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
  </p:notes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58" d="100"/>
          <a:sy n="58" d="100"/>
        </p:scale>
        <p:origin x="240" y="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32DD1E-5E28-488D-A804-82EA557B8E89}" type="datetimeFigureOut">
              <a:rPr lang="en-US" smtClean="0"/>
              <a:t>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50545C-B8C5-407B-A2B0-7F3116795153}" type="slidenum">
              <a:rPr lang="en-US" smtClean="0"/>
              <a:t>‹#›</a:t>
            </a:fld>
            <a:endParaRPr lang="en-US"/>
          </a:p>
        </p:txBody>
      </p:sp>
    </p:spTree>
    <p:extLst>
      <p:ext uri="{BB962C8B-B14F-4D97-AF65-F5344CB8AC3E}">
        <p14:creationId xmlns:p14="http://schemas.microsoft.com/office/powerpoint/2010/main" val="29373516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cardVisual</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Products Driving Delivery Failures (Last 90 Days)</a:t>
            </a:r>
            <a:endParaRPr dirty="0"/>
          </a:p>
          <a:p>
            <a:r>
              <a:rPr b="0" dirty="0"/>
              <a:t>No alt text provided</a:t>
            </a:r>
            <a:endParaRPr dirty="0"/>
          </a:p>
          <a:p>
            <a:endParaRPr dirty="0"/>
          </a:p>
          <a:p>
            <a:r>
              <a:rPr b="1" dirty="0"/>
              <a:t>Delivery Failures Trend (Last 90 Days)</a:t>
            </a:r>
            <a:endParaRPr dirty="0"/>
          </a:p>
          <a:p>
            <a:r>
              <a:rPr b="0" dirty="0"/>
              <a:t>No alt text provided</a:t>
            </a:r>
            <a:endParaRPr dirty="0"/>
          </a:p>
          <a:p>
            <a:endParaRPr dirty="0"/>
          </a:p>
          <a:p>
            <a:r>
              <a:rPr b="1" dirty="0"/>
              <a:t>How Deliveries Are Failing (Last 90 Days)</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7404b682-6afc-4d17-bd7f-8b70d58ebc1a/?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cardVisual ,shape ,shape ,shape ,shape ,shape ,shape ,textbox ,shape ,shape ,shape ,Products Driving Delivery Failures (Last 90 Days) ,Delivery Failures Trend (Last 90 Days) ,How Deliveries Are Failing (Last 90 Days). Please refer to the notes on this slide for details">
            <a:hlinkClick r:id="rId3"/>
          </p:cNvPr>
          <p:cNvPicPr>
            <a:picLocks noChangeAspect="1"/>
          </p:cNvPicPr>
          <p:nvPr/>
        </p:nvPicPr>
        <p:blipFill>
          <a:blip r:embed="rId4"/>
          <a:stretch>
            <a:fillRect/>
          </a:stretch>
        </p:blipFill>
        <p:spPr>
          <a:xfrm>
            <a:off x="1266825" y="0"/>
            <a:ext cx="9639300" cy="6858000"/>
          </a:xfrm>
          <a:prstGeom prst="rect">
            <a:avLst/>
          </a:prstGeom>
          <a:noFill/>
        </p:spPr>
      </p:pic>
      <p:sp>
        <p:nvSpPr>
          <p:cNvPr id="4" name="Title" hidden="1"/>
          <p:cNvSpPr>
            <a:spLocks noGrp="1"/>
          </p:cNvSpPr>
          <p:nvPr>
            <p:ph type="title"/>
          </p:nvPr>
        </p:nvSpPr>
        <p:spPr/>
        <p:txBody>
          <a:bodyPr/>
          <a:lstStyle/>
          <a:p>
            <a:r>
              <a:t>Page 1</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TotalTime>
  <Words>95</Words>
  <Application>Microsoft Office PowerPoint</Application>
  <PresentationFormat>Widescreen</PresentationFormat>
  <Paragraphs>42</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Custom Design</vt:lpstr>
      <vt:lpstr>Page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DELL</cp:lastModifiedBy>
  <cp:revision>5</cp:revision>
  <dcterms:created xsi:type="dcterms:W3CDTF">2016-09-04T11:54:55Z</dcterms:created>
  <dcterms:modified xsi:type="dcterms:W3CDTF">2026-01-08T12:40:02Z</dcterms:modified>
</cp:coreProperties>
</file>